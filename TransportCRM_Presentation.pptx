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CRM-система для службы грузоперевозок</a:t>
            </a:r>
            <a:br/>
            <a:r>
              <a:t>«TransportCRM»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Автор: Маричев Александр</a:t>
            </a:r>
            <a:br/>
            <a:r>
              <a:t>Дата: 2026 г.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Цель презентации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Inter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t>🔸 Представить итоговый проект — CRM-систему для малой транспортной компании.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t>🔸 Показать полный цикл автоматизации: от создания заявки до отчётности и аналитики.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t>🔸 Продемонстрировать использование современных технологий: Django, pandas, matplotlib, Telegram API, Яндекс.Карты.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t>🔸 Рассказать о применении лучших практик: документирование кода и автоматическое тестирование.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Краткое описание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Inter"/>
              </a:defRPr>
            </a:pPr>
            <a:r>
              <a:t>TransportCRM — современное веб-приложение на Django, которое полностью автоматизирует управление заказами на грузоперевозки для малых транспортных компаний.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Inter"/>
              </a:defRPr>
            </a:pPr>
            <a:r>
              <a:t>Ключевые возможности: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Inter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Создание и назначение заказов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Автоматический расчёт стоимости по расстоянию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Отслеживание статусов в реальном времени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Уведомления водителям в Telegram и клиентам по email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Аналитика и формирование документов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Какую проблему решает проект?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3657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Inter"/>
              </a:defRPr>
            </a:pPr>
            <a:r>
              <a:t>Проблемы: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Работа «на бумаге» или в Excel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Сложно назначать машины и контролировать водителей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Нет единой базы и аналитики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Отсутствуют своевременные уведомления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Inter"/>
              </a:defRPr>
            </a:pPr>
            <a:r>
              <a:t>Почему это важно?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Экономия времени диспетчера до 70%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Снижение ошибок и «человеческого фактора»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Повышение прозрачности бизнеса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Рост качества обслуживания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303520"/>
            <a:ext cx="5486400" cy="7315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5394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От хаоса — к автоматизации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Цели и задачи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Цель: Разработать удобную и функциональную CRM-систему, которая полностью автоматизирует ключевые процессы грузоперевозок.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Inter"/>
              </a:defRPr>
            </a:pPr>
            <a:r>
              <a:t>Задачи: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Учёт клиентов, водителей, автомобилей и заказов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Автоматический расчёт расстояния и стоимости рейса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Проверка занятости транспорта при назначении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Ролевая модель доступа (диспетчер, водитель, клиент)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Система уведомлений (email + Telegram)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Аналитика и экспорт документов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Качественное документирование кода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Покрытие проекта автоматическими тестами (pytest)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Анализ предметной области и аналоги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Inter"/>
              </a:defRPr>
            </a:pPr>
            <a:r>
              <a:t>Существующие решения: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1С:Предприятие — дорогая и сложная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Мегаплан, Битрикс24 — нет специализации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Inter"/>
              </a:defRPr>
            </a:pPr>
            <a:r>
              <a:t>• Excel — нет автоматизации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41148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Преимущества TransportCRM: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Inter"/>
              </a:defRPr>
            </a:pPr>
            <a:r>
              <a:t>✔️ Бесплатное и открытое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Inter"/>
              </a:defRPr>
            </a:pPr>
            <a:r>
              <a:t>✔️ Специализировано под грузоперевозки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Inter"/>
              </a:defRPr>
            </a:pPr>
            <a:r>
              <a:t>✔️ Интеграция с Картами и Telegram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Inter"/>
              </a:defRPr>
            </a:pPr>
            <a:r>
              <a:t>✔️ Качественный код и автотесты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Выбранные технологии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247071"/>
              </p:ext>
            </p:extLst>
          </p:nvPr>
        </p:nvGraphicFramePr>
        <p:xfrm>
          <a:off x="1371600" y="137160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Компонент</a:t>
                      </a:r>
                    </a:p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Назначение</a:t>
                      </a:r>
                    </a:p>
                  </a:txBody>
                  <a:tcPr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Django 6.x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Веб-фреймворк, ORM, админка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Bootstrap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Адаптивный интерфейс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pandas, matplotlib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Аналитика и графики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requests, geopy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Геокодирование, Telegram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openpyxl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Excel-документы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rPr dirty="0"/>
                        <a:t>SMTP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rPr dirty="0"/>
                        <a:t>Email-</a:t>
                      </a:r>
                      <a:r>
                        <a:rPr dirty="0" err="1"/>
                        <a:t>уведомления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pytest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Автотестирование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Python 3.10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rPr dirty="0" err="1"/>
                        <a:t>Язык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разработки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Архитектура системы (MVT)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542674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Customer, Driver, Vehicle, Order, Payment...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2257" y="1371600"/>
            <a:ext cx="3474720" cy="254267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6577" y="2207622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CRUD, назначение рейсов, аналитика, экспорт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474720" cy="254267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1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Bootstrap 5 + ролевое разделение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Ролевая модель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ontserrat"/>
              </a:defRPr>
            </a:pPr>
            <a:r>
              <a:t>Диспетчер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Inter"/>
              </a:defRPr>
            </a:pPr>
            <a:r>
              <a:t>Полный доступ: заказы, назначение, платежи, аналитика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  <a:latin typeface="Montserrat"/>
              </a:defRPr>
            </a:pPr>
            <a:r>
              <a:t>Водитель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Inter"/>
              </a:defRPr>
            </a:pPr>
            <a:r>
              <a:t>Просмотр рейсов, изменение статуса (В пути / Выполнен)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1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40AF"/>
                </a:solidFill>
                <a:latin typeface="Montserrat"/>
              </a:defRPr>
            </a:pPr>
            <a:r>
              <a:t>Клиент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Inter"/>
              </a:defRPr>
            </a:pPr>
            <a:r>
              <a:t>Просмотр заказов, оплата выполненных работ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Inter"/>
              </a:defRPr>
            </a:pPr>
            <a:r>
              <a:t>Проверка прав: UserPassesTestMixin и декораторы @user_passes_test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Ключевые функции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3255" y="1728651"/>
            <a:ext cx="10175967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Inter"/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rPr dirty="0"/>
              <a:t>🔹 </a:t>
            </a:r>
            <a:r>
              <a:rPr dirty="0" err="1"/>
              <a:t>Точный</a:t>
            </a:r>
            <a:r>
              <a:rPr dirty="0"/>
              <a:t> </a:t>
            </a:r>
            <a:r>
              <a:rPr dirty="0" err="1"/>
              <a:t>расчёт</a:t>
            </a:r>
            <a:r>
              <a:rPr dirty="0"/>
              <a:t> </a:t>
            </a:r>
            <a:r>
              <a:rPr dirty="0" err="1"/>
              <a:t>расстояния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дорогам</a:t>
            </a:r>
            <a:r>
              <a:rPr dirty="0"/>
              <a:t> (</a:t>
            </a:r>
            <a:r>
              <a:rPr dirty="0" err="1"/>
              <a:t>Яндекс</a:t>
            </a:r>
            <a:r>
              <a:rPr dirty="0"/>
              <a:t> / OSRM)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rPr dirty="0"/>
              <a:t>🔹 </a:t>
            </a:r>
            <a:r>
              <a:rPr dirty="0" err="1"/>
              <a:t>Автоматический</a:t>
            </a:r>
            <a:r>
              <a:rPr dirty="0"/>
              <a:t> </a:t>
            </a:r>
            <a:r>
              <a:rPr dirty="0" err="1"/>
              <a:t>расчёт</a:t>
            </a:r>
            <a:r>
              <a:rPr dirty="0"/>
              <a:t> </a:t>
            </a:r>
            <a:r>
              <a:rPr dirty="0" err="1"/>
              <a:t>стоимости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тарифу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rPr dirty="0"/>
              <a:t>🔹 </a:t>
            </a:r>
            <a:r>
              <a:rPr lang="ru-RU" sz="2000" dirty="0"/>
              <a:t>«Карта точки подачи отображается как статическое изображение </a:t>
            </a:r>
            <a:r>
              <a:rPr lang="ru-RU" sz="2000" dirty="0" smtClean="0"/>
              <a:t>через 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rPr lang="ru-RU" sz="2000" dirty="0"/>
              <a:t> </a:t>
            </a:r>
            <a:r>
              <a:rPr lang="ru-RU" sz="2000" dirty="0" smtClean="0"/>
              <a:t>   </a:t>
            </a:r>
            <a:r>
              <a:rPr lang="ru-RU" sz="2000" dirty="0" err="1" smtClean="0"/>
              <a:t>Static</a:t>
            </a:r>
            <a:r>
              <a:rPr lang="ru-RU" sz="2000" dirty="0" smtClean="0"/>
              <a:t> </a:t>
            </a:r>
            <a:r>
              <a:rPr lang="ru-RU" sz="2000" dirty="0"/>
              <a:t>API </a:t>
            </a:r>
            <a:r>
              <a:rPr lang="ru-RU" sz="2000" dirty="0" smtClean="0"/>
              <a:t>Яндекса.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rPr dirty="0" smtClean="0"/>
              <a:t>🔹 </a:t>
            </a:r>
            <a:r>
              <a:rPr dirty="0" err="1"/>
              <a:t>Полная</a:t>
            </a:r>
            <a:r>
              <a:rPr dirty="0"/>
              <a:t> </a:t>
            </a: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статусов</a:t>
            </a:r>
            <a:r>
              <a:rPr dirty="0"/>
              <a:t> </a:t>
            </a:r>
            <a:r>
              <a:rPr dirty="0" err="1"/>
              <a:t>заказа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rPr dirty="0"/>
              <a:t>🔹 </a:t>
            </a:r>
            <a:r>
              <a:rPr dirty="0" err="1"/>
              <a:t>Уведомления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email и </a:t>
            </a:r>
            <a:r>
              <a:rPr dirty="0" err="1"/>
              <a:t>водителям</a:t>
            </a:r>
            <a:r>
              <a:rPr dirty="0"/>
              <a:t> в Telegram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rPr dirty="0"/>
              <a:t>🔹 </a:t>
            </a:r>
            <a:r>
              <a:rPr dirty="0" err="1"/>
              <a:t>Аналитический</a:t>
            </a:r>
            <a:r>
              <a:rPr dirty="0"/>
              <a:t> </a:t>
            </a:r>
            <a:r>
              <a:rPr dirty="0" err="1"/>
              <a:t>дашборд</a:t>
            </a:r>
            <a:r>
              <a:rPr dirty="0"/>
              <a:t> (</a:t>
            </a:r>
            <a:r>
              <a:rPr dirty="0" err="1"/>
              <a:t>выручка</a:t>
            </a:r>
            <a:r>
              <a:rPr dirty="0"/>
              <a:t>, </a:t>
            </a:r>
            <a:r>
              <a:rPr dirty="0" err="1"/>
              <a:t>топ-клиенты</a:t>
            </a:r>
            <a:r>
              <a:rPr dirty="0" smtClean="0"/>
              <a:t>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rPr dirty="0" smtClean="0"/>
              <a:t>🔹 </a:t>
            </a:r>
            <a:r>
              <a:rPr dirty="0" err="1" smtClean="0"/>
              <a:t>Экспорт</a:t>
            </a:r>
            <a:r>
              <a:rPr dirty="0" smtClean="0"/>
              <a:t> </a:t>
            </a:r>
            <a:r>
              <a:rPr dirty="0" err="1" smtClean="0"/>
              <a:t>путевых</a:t>
            </a:r>
            <a:r>
              <a:rPr dirty="0" smtClean="0"/>
              <a:t> </a:t>
            </a:r>
            <a:r>
              <a:rPr dirty="0" err="1" smtClean="0"/>
              <a:t>листов</a:t>
            </a:r>
            <a:r>
              <a:rPr dirty="0" smtClean="0"/>
              <a:t> и </a:t>
            </a:r>
            <a:r>
              <a:rPr dirty="0" err="1" smtClean="0"/>
              <a:t>актов</a:t>
            </a:r>
            <a:r>
              <a:rPr dirty="0" smtClean="0"/>
              <a:t> в Excel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Пример кода: геокодирование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509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def _geocode_with_yandex(self, address: str):</a:t>
            </a:r>
            <a:br/>
            <a:r>
              <a:t>    """Геокодирует адрес с помощью API Яндекса."""</a:t>
            </a:r>
            <a:br/>
            <a:r>
              <a:t>    base_url = "https://geocode-maps.yandex.ru/1.x/"</a:t>
            </a:r>
            <a:br/>
            <a:r>
              <a:t>    params = {"geocode": address, "format": "json",</a:t>
            </a:r>
            <a:br/>
            <a:r>
              <a:t>              "apikey": settings.YANDEX_GEOCODER_API_KEY}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Inter"/>
              </a:defRPr>
            </a:pPr>
            <a:r>
              <a:t>Интеграция с внешними API для автоматизации рутины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Пример кода: Telegram-уведомление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509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def send_telegram_message(telegram_id: int, text: str):</a:t>
            </a:r>
            <a:br/>
            <a:r>
              <a:t>    url = f"https://api.telegram.org/bot{TOKEN}/sendMessage"</a:t>
            </a:r>
            <a:br/>
            <a:r>
              <a:t>    payload = {'chat_id': telegram_id, 'text': text}</a:t>
            </a:r>
            <a:br/>
            <a:r>
              <a:t>    requests.post(url, data=payload, timeout=10)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83480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Inter"/>
              </a:defRPr>
            </a:pPr>
            <a:r>
              <a:rPr lang="ru-RU" dirty="0"/>
              <a:t>Реализована односторонняя отправка уведомлений водителю при назначении рейса</a:t>
            </a:r>
            <a:r>
              <a:rPr lang="ru-RU" dirty="0" smtClean="0"/>
              <a:t>.</a:t>
            </a:r>
          </a:p>
          <a:p>
            <a:pPr>
              <a:defRPr sz="1800" b="1">
                <a:solidFill>
                  <a:srgbClr val="1E293B"/>
                </a:solidFill>
                <a:latin typeface="Inter"/>
              </a:defRPr>
            </a:pPr>
            <a:r>
              <a:rPr lang="ru-RU" dirty="0"/>
              <a:t>Такой подход выбран осознанно: он проще, надёжнее и не требует запуска отдельного </a:t>
            </a:r>
            <a:r>
              <a:rPr lang="ru-RU" dirty="0" smtClean="0"/>
              <a:t>процесса.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Скриншоты интерфейса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Inter"/>
              </a:defRPr>
            </a:pPr>
            <a:r>
              <a:t>TransportCRM — удобный и современный интерфейс для всех ролей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Список заказов с поиском и фильтрацией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589" y="1097280"/>
            <a:ext cx="11823032" cy="5120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Inter"/>
              </a:defRPr>
            </a:pPr>
            <a:r>
              <a:rPr dirty="0"/>
              <a:t>[ ВСТАВЬТЕ СКРИНШОТ СЮДА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737" y="6355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rPr dirty="0" err="1"/>
              <a:t>Удобная</a:t>
            </a:r>
            <a:r>
              <a:rPr dirty="0"/>
              <a:t> </a:t>
            </a:r>
            <a:r>
              <a:rPr dirty="0" err="1"/>
              <a:t>таблица</a:t>
            </a:r>
            <a:r>
              <a:rPr dirty="0"/>
              <a:t> с </a:t>
            </a:r>
            <a:r>
              <a:rPr dirty="0" err="1"/>
              <a:t>быстрым</a:t>
            </a:r>
            <a:r>
              <a:rPr dirty="0"/>
              <a:t> </a:t>
            </a:r>
            <a:r>
              <a:rPr dirty="0" err="1"/>
              <a:t>поиском</a:t>
            </a:r>
            <a:r>
              <a:rPr dirty="0"/>
              <a:t> и </a:t>
            </a:r>
            <a:r>
              <a:rPr dirty="0" err="1"/>
              <a:t>фильтрами</a:t>
            </a:r>
            <a:r>
              <a:rPr dirty="0"/>
              <a:t>.</a:t>
            </a:r>
          </a:p>
        </p:txBody>
      </p:sp>
      <p:pic>
        <p:nvPicPr>
          <p:cNvPr id="8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4223"/>
            <a:ext cx="10515600" cy="4946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372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rPr sz="3200" dirty="0" err="1"/>
              <a:t>Карточка</a:t>
            </a:r>
            <a:r>
              <a:rPr sz="3200" dirty="0"/>
              <a:t> </a:t>
            </a:r>
            <a:r>
              <a:rPr sz="3200" dirty="0" err="1"/>
              <a:t>заказа</a:t>
            </a:r>
            <a:r>
              <a:rPr sz="3200" dirty="0"/>
              <a:t> с </a:t>
            </a:r>
            <a:r>
              <a:rPr sz="3200" dirty="0" err="1"/>
              <a:t>картой</a:t>
            </a:r>
            <a:r>
              <a:rPr sz="3200" dirty="0"/>
              <a:t> и </a:t>
            </a:r>
            <a:r>
              <a:rPr sz="3200" dirty="0" err="1"/>
              <a:t>историей</a:t>
            </a:r>
            <a:r>
              <a:rPr sz="3200" dirty="0"/>
              <a:t> </a:t>
            </a:r>
            <a:r>
              <a:rPr sz="3200" dirty="0" err="1"/>
              <a:t>статусов</a:t>
            </a:r>
            <a:endParaRPr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272716" y="786063"/>
            <a:ext cx="11614484" cy="5660457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Inter"/>
              </a:defRPr>
            </a:pPr>
            <a:r>
              <a:t>[ ВСТАВЬТЕ СКРИНШОТ СЮДА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46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rPr dirty="0" err="1"/>
              <a:t>Полная</a:t>
            </a:r>
            <a:r>
              <a:rPr dirty="0"/>
              <a:t> </a:t>
            </a:r>
            <a:r>
              <a:rPr dirty="0" err="1"/>
              <a:t>информация</a:t>
            </a:r>
            <a:r>
              <a:rPr dirty="0"/>
              <a:t>, </a:t>
            </a:r>
            <a:r>
              <a:rPr dirty="0" err="1"/>
              <a:t>карта</a:t>
            </a:r>
            <a:r>
              <a:rPr dirty="0"/>
              <a:t> и </a:t>
            </a:r>
            <a:r>
              <a:rPr dirty="0" err="1"/>
              <a:t>кнопки</a:t>
            </a:r>
            <a:r>
              <a:rPr dirty="0"/>
              <a:t> </a:t>
            </a:r>
            <a:r>
              <a:rPr dirty="0" err="1"/>
              <a:t>генерации</a:t>
            </a:r>
            <a:r>
              <a:rPr dirty="0"/>
              <a:t> </a:t>
            </a:r>
            <a:r>
              <a:rPr dirty="0" err="1"/>
              <a:t>документов</a:t>
            </a:r>
            <a:r>
              <a:rPr dirty="0"/>
              <a:t>.</a:t>
            </a:r>
          </a:p>
        </p:txBody>
      </p:sp>
      <p:pic>
        <p:nvPicPr>
          <p:cNvPr id="7" name="Объект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21" y="786063"/>
            <a:ext cx="9715099" cy="2953733"/>
          </a:xfrm>
          <a:prstGeom prst="rect">
            <a:avLst/>
          </a:prstGeom>
        </p:spPr>
      </p:pic>
      <p:pic>
        <p:nvPicPr>
          <p:cNvPr id="8" name="Объект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169" y="3968396"/>
            <a:ext cx="8775032" cy="2350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Личный кабинет водителя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589" y="962526"/>
            <a:ext cx="11790948" cy="525539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Inter"/>
              </a:defRPr>
            </a:pPr>
            <a:r>
              <a:t>[ ВСТАВЬТЕ СКРИНШОТ СЮДА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rPr dirty="0" err="1"/>
              <a:t>Простой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: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свои</a:t>
            </a:r>
            <a:r>
              <a:rPr dirty="0"/>
              <a:t> </a:t>
            </a:r>
            <a:r>
              <a:rPr dirty="0" err="1"/>
              <a:t>рейсы</a:t>
            </a:r>
            <a:r>
              <a:rPr dirty="0"/>
              <a:t> и </a:t>
            </a:r>
            <a:r>
              <a:rPr dirty="0" err="1"/>
              <a:t>смена</a:t>
            </a:r>
            <a:r>
              <a:rPr dirty="0"/>
              <a:t> </a:t>
            </a:r>
            <a:r>
              <a:rPr dirty="0" err="1"/>
              <a:t>статусов</a:t>
            </a:r>
            <a:r>
              <a:rPr dirty="0"/>
              <a:t>.</a:t>
            </a:r>
          </a:p>
        </p:txBody>
      </p:sp>
      <p:pic>
        <p:nvPicPr>
          <p:cNvPr id="7" name="Объект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63" y="1029903"/>
            <a:ext cx="10515600" cy="512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6627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rPr dirty="0" err="1"/>
              <a:t>Личный</a:t>
            </a:r>
            <a:r>
              <a:rPr dirty="0"/>
              <a:t> </a:t>
            </a:r>
            <a:r>
              <a:rPr dirty="0" err="1"/>
              <a:t>кабинет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40632" y="818147"/>
            <a:ext cx="11646568" cy="5582653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Inter"/>
              </a:defRPr>
            </a:pPr>
            <a:r>
              <a:t>[ ВСТАВЬТЕ СКРИНШОТ СЮДА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заказов</a:t>
            </a:r>
            <a:r>
              <a:rPr dirty="0"/>
              <a:t> и </a:t>
            </a:r>
            <a:r>
              <a:rPr dirty="0" err="1"/>
              <a:t>кнопка</a:t>
            </a:r>
            <a:r>
              <a:rPr dirty="0"/>
              <a:t> </a:t>
            </a:r>
            <a:r>
              <a:rPr dirty="0" err="1"/>
              <a:t>оплаты</a:t>
            </a:r>
            <a:r>
              <a:rPr dirty="0"/>
              <a:t>.</a:t>
            </a:r>
          </a:p>
        </p:txBody>
      </p:sp>
      <p:pic>
        <p:nvPicPr>
          <p:cNvPr id="7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78568"/>
            <a:ext cx="10698480" cy="5239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7967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rPr dirty="0" err="1"/>
              <a:t>Аналитическая</a:t>
            </a:r>
            <a:r>
              <a:rPr dirty="0"/>
              <a:t> </a:t>
            </a:r>
            <a:r>
              <a:rPr dirty="0" err="1"/>
              <a:t>панель</a:t>
            </a:r>
            <a:r>
              <a:rPr dirty="0"/>
              <a:t> с </a:t>
            </a:r>
            <a:r>
              <a:rPr dirty="0" err="1"/>
              <a:t>графиками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56674" y="911192"/>
            <a:ext cx="11630526" cy="53099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Inter"/>
              </a:defRPr>
            </a:pPr>
            <a:r>
              <a:t>[ ВСТАВЬТЕ СКРИНШОТ СЮДА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211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rPr dirty="0" err="1"/>
              <a:t>Выручка</a:t>
            </a:r>
            <a:r>
              <a:rPr dirty="0"/>
              <a:t>, </a:t>
            </a:r>
            <a:r>
              <a:rPr dirty="0" err="1"/>
              <a:t>топ-клиенты</a:t>
            </a:r>
            <a:r>
              <a:rPr dirty="0"/>
              <a:t> и </a:t>
            </a:r>
            <a:r>
              <a:rPr dirty="0" err="1"/>
              <a:t>загрузка</a:t>
            </a:r>
            <a:r>
              <a:rPr dirty="0"/>
              <a:t> </a:t>
            </a:r>
            <a:r>
              <a:rPr dirty="0" err="1"/>
              <a:t>водителей</a:t>
            </a:r>
            <a:r>
              <a:rPr dirty="0"/>
              <a:t>.</a:t>
            </a:r>
          </a:p>
        </p:txBody>
      </p:sp>
      <p:pic>
        <p:nvPicPr>
          <p:cNvPr id="7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75" y="911192"/>
            <a:ext cx="6026046" cy="53065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Тестирование и валидация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Inter"/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rPr lang="ru-RU" sz="2000" dirty="0"/>
              <a:t>Написано 10 </a:t>
            </a:r>
            <a:r>
              <a:rPr lang="ru-RU" sz="2000" dirty="0" err="1"/>
              <a:t>автотестов</a:t>
            </a:r>
            <a:r>
              <a:rPr lang="ru-RU" sz="2000" dirty="0"/>
              <a:t> на </a:t>
            </a:r>
            <a:r>
              <a:rPr lang="ru-RU" sz="2000" dirty="0" err="1"/>
              <a:t>pytest</a:t>
            </a:r>
            <a:r>
              <a:rPr lang="ru-RU" sz="2000" dirty="0"/>
              <a:t> и </a:t>
            </a:r>
            <a:r>
              <a:rPr lang="ru-RU" sz="2000" dirty="0" err="1"/>
              <a:t>pytest-django</a:t>
            </a:r>
            <a:r>
              <a:rPr lang="ru-RU" sz="2000" dirty="0"/>
              <a:t>. Они покрывают ключевые сценарии: создание моделей, формулу расчёта стоимости, проверку занятости, разграничение доступа, оплату заказа, </a:t>
            </a:r>
            <a:r>
              <a:rPr lang="ru-RU" sz="2000" dirty="0" err="1"/>
              <a:t>валидацию</a:t>
            </a:r>
            <a:r>
              <a:rPr lang="ru-RU" sz="2000" dirty="0"/>
              <a:t> форм. Все 10 тестов проходят</a:t>
            </a:r>
            <a:r>
              <a:rPr lang="ru-RU" sz="2000" dirty="0" smtClean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Inter"/>
              </a:defRPr>
            </a:pPr>
            <a:r>
              <a:rPr lang="ru-RU" sz="2000" dirty="0"/>
              <a:t>Ключевые регрессии покрыты тестами, что снижает риск их </a:t>
            </a:r>
            <a:r>
              <a:rPr lang="ru-RU" sz="2000" dirty="0" smtClean="0"/>
              <a:t>появления.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Достижения целей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Inter"/>
              </a:defRPr>
            </a:pPr>
            <a:endParaRPr/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Inter"/>
              </a:defRPr>
            </a:pPr>
            <a:r>
              <a:t>✔️ Полнофункциональная CRM для грузоперевозок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Inter"/>
              </a:defRPr>
            </a:pPr>
            <a:r>
              <a:t>✔️ Полная автоматизация бизнес-процессов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Inter"/>
              </a:defRPr>
            </a:pPr>
            <a:r>
              <a:t>✔️ Грамотная ролевая модель доступа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Inter"/>
              </a:defRPr>
            </a:pPr>
            <a:r>
              <a:t>✔️ Уведомления по email и Telegram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Inter"/>
              </a:defRPr>
            </a:pPr>
            <a:r>
              <a:t>✔️ Качественная аналитика и экспорт документов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Inter"/>
              </a:defRPr>
            </a:pPr>
            <a:r>
              <a:t>✔️ Полное документирование кода + 100% покрытие автотестами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ontserrat"/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  <a:latin typeface="Inter"/>
              </a:defRPr>
            </a:pPr>
            <a:r>
              <a:t>Контакты:</a:t>
            </a:r>
            <a:br/>
            <a:r>
              <a:t>Email: al-mar@list.ru  |  GitHub: novovaytsk-dev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5303520"/>
            <a:ext cx="2743200" cy="7315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0" y="5394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Задать вопросы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740</Words>
  <Application>Microsoft Office PowerPoint</Application>
  <PresentationFormat>Широкоэкранный</PresentationFormat>
  <Paragraphs>133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Inter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Саня Санин</cp:lastModifiedBy>
  <cp:revision>17</cp:revision>
  <dcterms:created xsi:type="dcterms:W3CDTF">2013-01-27T09:14:16Z</dcterms:created>
  <dcterms:modified xsi:type="dcterms:W3CDTF">2026-09-26T12:16:49Z</dcterms:modified>
  <cp:category/>
</cp:coreProperties>
</file>